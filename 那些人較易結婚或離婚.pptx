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85" d="100"/>
          <a:sy n="85" d="100"/>
        </p:scale>
        <p:origin x="28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4C4E51-2DCA-95E4-6207-BB08846D8D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那些人較易結婚或離婚</a:t>
            </a:r>
            <a:r>
              <a:rPr lang="en-US" altLang="zh-TW" dirty="0">
                <a:latin typeface="+mj-ea"/>
              </a:rPr>
              <a:t>?</a:t>
            </a:r>
            <a:endParaRPr lang="zh-TW" altLang="en-US" dirty="0">
              <a:latin typeface="+mj-ea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9BDA309-817E-1682-1D73-9A1E40B264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TW" sz="4400" dirty="0"/>
              <a:t>2018</a:t>
            </a:r>
            <a:r>
              <a:rPr lang="zh-TW" altLang="en-US" sz="4400" dirty="0"/>
              <a:t>年台中市居民的婚姻狀況分析</a:t>
            </a:r>
          </a:p>
        </p:txBody>
      </p:sp>
    </p:spTree>
    <p:extLst>
      <p:ext uri="{BB962C8B-B14F-4D97-AF65-F5344CB8AC3E}">
        <p14:creationId xmlns:p14="http://schemas.microsoft.com/office/powerpoint/2010/main" val="371206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B64590-1A1E-2C50-C76E-030A7E146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專題發想說明</a:t>
            </a:r>
            <a:r>
              <a:rPr lang="en-US" altLang="zh-TW" dirty="0"/>
              <a:t>: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B941A9-E5E0-CF97-A5C9-849C50BD4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好奇結婚的人有哪些特色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解析台中市在</a:t>
            </a:r>
            <a:r>
              <a:rPr lang="en-US" altLang="zh-TW" dirty="0"/>
              <a:t>2018</a:t>
            </a:r>
            <a:r>
              <a:rPr lang="zh-TW" altLang="en-US" dirty="0"/>
              <a:t>年的結婚及離婚狀況</a:t>
            </a:r>
          </a:p>
          <a:p>
            <a:r>
              <a:rPr lang="zh-TW" altLang="en-US" dirty="0"/>
              <a:t>以</a:t>
            </a:r>
            <a:r>
              <a:rPr lang="en-US" altLang="zh-TW" dirty="0"/>
              <a:t>[</a:t>
            </a:r>
            <a:r>
              <a:rPr lang="zh-TW" altLang="en-US" dirty="0"/>
              <a:t>那些人較易結婚或離婚</a:t>
            </a:r>
            <a:r>
              <a:rPr lang="en-US" altLang="zh-TW" dirty="0"/>
              <a:t>?-2018</a:t>
            </a:r>
            <a:r>
              <a:rPr lang="zh-TW" altLang="en-US" dirty="0"/>
              <a:t>台中市居民的婚姻狀況分析</a:t>
            </a:r>
            <a:r>
              <a:rPr lang="en-US" altLang="zh-TW" dirty="0"/>
              <a:t>]</a:t>
            </a:r>
            <a:r>
              <a:rPr lang="zh-TW" altLang="en-US" dirty="0"/>
              <a:t>為出發點去收集資料</a:t>
            </a:r>
          </a:p>
        </p:txBody>
      </p:sp>
    </p:spTree>
    <p:extLst>
      <p:ext uri="{BB962C8B-B14F-4D97-AF65-F5344CB8AC3E}">
        <p14:creationId xmlns:p14="http://schemas.microsoft.com/office/powerpoint/2010/main" val="1168443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C3B829-4C91-8FBB-09BC-E49127734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收尋以下網站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57AE6-D4EA-7BA8-703F-B1FED4DCF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政府資料開放平台</a:t>
            </a:r>
            <a:r>
              <a:rPr lang="en-US" altLang="zh-TW" dirty="0"/>
              <a:t>,</a:t>
            </a:r>
            <a:r>
              <a:rPr lang="en-US" altLang="zh-TW" dirty="0" err="1"/>
              <a:t>kaggle</a:t>
            </a:r>
            <a:r>
              <a:rPr lang="en-US" altLang="zh-TW" dirty="0"/>
              <a:t>,</a:t>
            </a:r>
            <a:r>
              <a:rPr lang="zh-TW" altLang="en-US" dirty="0"/>
              <a:t>中華民國內政部</a:t>
            </a:r>
            <a:r>
              <a:rPr lang="en-US" altLang="zh-TW" dirty="0"/>
              <a:t>,dataset research google</a:t>
            </a:r>
          </a:p>
          <a:p>
            <a:pPr marL="0" indent="0">
              <a:buNone/>
            </a:pPr>
            <a:r>
              <a:rPr lang="en-US" altLang="zh-TW" dirty="0"/>
              <a:t>   ,</a:t>
            </a:r>
            <a:r>
              <a:rPr lang="zh-TW" altLang="en-US" dirty="0"/>
              <a:t>台中市政府資料開放平台</a:t>
            </a:r>
            <a:r>
              <a:rPr lang="en-US" altLang="zh-TW" dirty="0"/>
              <a:t>...</a:t>
            </a:r>
          </a:p>
          <a:p>
            <a:r>
              <a:rPr lang="zh-TW" altLang="en-US" dirty="0"/>
              <a:t>採用台中市政府資料開放平台的</a:t>
            </a:r>
            <a:r>
              <a:rPr lang="en-US" altLang="zh-TW" dirty="0"/>
              <a:t>CSV</a:t>
            </a:r>
            <a:r>
              <a:rPr lang="zh-TW" altLang="en-US" dirty="0"/>
              <a:t>資料，有同年度最多維度的資料。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20B4D56-C9CF-9C4D-9C8F-BB18B2CA3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103" y="4059405"/>
            <a:ext cx="3505689" cy="67636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834DDBD-A698-58D2-13AD-0B5828784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344" y="4032178"/>
            <a:ext cx="943107" cy="51442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A2E27F9-2247-D8FF-4B17-5D4DA04CC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587" y="4806900"/>
            <a:ext cx="3829584" cy="72400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B00EC9E-DE77-08C0-531D-18F76845F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587" y="3994073"/>
            <a:ext cx="2019582" cy="55252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70AAF804-B92D-B170-FC3F-EA82D385C7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9346" y="4032178"/>
            <a:ext cx="2119765" cy="6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128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E52C66-59D0-D739-9733-05446F29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</a:t>
            </a:r>
            <a:r>
              <a:rPr lang="zh-TW" altLang="en-US" b="1" dirty="0"/>
              <a:t>轉換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063991-4028-AB20-E63F-6049A7252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將下載的</a:t>
            </a:r>
            <a:r>
              <a:rPr lang="en-US" altLang="zh-TW" dirty="0"/>
              <a:t>CSV</a:t>
            </a:r>
            <a:r>
              <a:rPr lang="zh-TW" altLang="en-US" dirty="0"/>
              <a:t>檔</a:t>
            </a:r>
            <a:r>
              <a:rPr lang="zh-TW" altLang="en-US"/>
              <a:t>資料重整，</a:t>
            </a:r>
            <a:r>
              <a:rPr lang="zh-TW" altLang="en-US" dirty="0"/>
              <a:t>例</a:t>
            </a:r>
            <a:r>
              <a:rPr lang="en-US" altLang="zh-TW" dirty="0"/>
              <a:t>:[</a:t>
            </a:r>
            <a:r>
              <a:rPr lang="zh-TW" altLang="en-US" dirty="0"/>
              <a:t>項目</a:t>
            </a:r>
            <a:r>
              <a:rPr lang="en-US" altLang="zh-TW" dirty="0"/>
              <a:t>]</a:t>
            </a:r>
            <a:r>
              <a:rPr lang="zh-TW" altLang="en-US" dirty="0"/>
              <a:t>拆解</a:t>
            </a:r>
            <a:r>
              <a:rPr lang="en-US" altLang="zh-TW" dirty="0"/>
              <a:t>[</a:t>
            </a:r>
            <a:r>
              <a:rPr lang="zh-TW" altLang="en-US" dirty="0"/>
              <a:t>性別</a:t>
            </a:r>
            <a:r>
              <a:rPr lang="en-US" altLang="zh-TW" dirty="0"/>
              <a:t>,</a:t>
            </a:r>
            <a:r>
              <a:rPr lang="zh-TW" altLang="en-US" dirty="0"/>
              <a:t>歲數</a:t>
            </a:r>
            <a:r>
              <a:rPr lang="en-US" altLang="zh-TW" dirty="0"/>
              <a:t>,</a:t>
            </a:r>
            <a:r>
              <a:rPr lang="zh-TW" altLang="en-US" dirty="0"/>
              <a:t>初</a:t>
            </a:r>
            <a:r>
              <a:rPr lang="en-US" altLang="zh-TW" dirty="0"/>
              <a:t>/</a:t>
            </a:r>
            <a:r>
              <a:rPr lang="zh-TW" altLang="en-US" dirty="0"/>
              <a:t>再婚</a:t>
            </a:r>
            <a:r>
              <a:rPr lang="en-US" altLang="zh-TW" dirty="0"/>
              <a:t>]</a:t>
            </a:r>
            <a:r>
              <a:rPr lang="zh-TW" altLang="en-US" dirty="0"/>
              <a:t>，以歲數分群成</a:t>
            </a:r>
            <a:r>
              <a:rPr lang="en-US" altLang="zh-TW" dirty="0"/>
              <a:t>[</a:t>
            </a:r>
            <a:r>
              <a:rPr lang="zh-TW" altLang="en-US" dirty="0"/>
              <a:t>年齡區間</a:t>
            </a:r>
            <a:r>
              <a:rPr lang="en-US" altLang="zh-TW" dirty="0"/>
              <a:t>]…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9E9DF66-5B87-25C2-0406-E47EBE21D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807" y="3537565"/>
            <a:ext cx="1352739" cy="129558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20A5BB4-894F-685B-6250-DD2A002D0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6919" y="3499460"/>
            <a:ext cx="2076740" cy="133368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6B9252A0-1AA6-2521-F43B-4DFCF8CFB7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632" y="3499460"/>
            <a:ext cx="647790" cy="133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7BCC62-8B4F-FFAA-A766-43AFFA8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資料儲存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F0ACB1-E652-6EBB-4120-B4DF39ED8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採用兩種方式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1.</a:t>
            </a:r>
            <a:r>
              <a:rPr lang="zh-TW" altLang="en-US" dirty="0"/>
              <a:t>直接將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Power BI</a:t>
            </a:r>
            <a:r>
              <a:rPr lang="zh-TW" altLang="en-US" dirty="0"/>
              <a:t>開始分析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先將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Microsoft Azure</a:t>
            </a:r>
            <a:r>
              <a:rPr lang="zh-TW" altLang="en-US" dirty="0"/>
              <a:t> </a:t>
            </a:r>
            <a:r>
              <a:rPr lang="en-US" altLang="zh-TW" dirty="0"/>
              <a:t>SQL Server</a:t>
            </a:r>
            <a:r>
              <a:rPr lang="zh-TW" altLang="en-US" dirty="0"/>
              <a:t>中，再用</a:t>
            </a:r>
            <a:r>
              <a:rPr lang="en-US" altLang="zh-TW" dirty="0"/>
              <a:t>Power BI</a:t>
            </a:r>
            <a:r>
              <a:rPr lang="zh-TW" altLang="en-US" dirty="0"/>
              <a:t>讀取即時資料進行分析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17EC03-179F-F052-3889-F85092956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2293" y="248633"/>
            <a:ext cx="2305372" cy="306747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4FE2312-953F-EB00-8743-426ACB319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0211" y="4020344"/>
            <a:ext cx="2629267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016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D4E3E0-872D-4A03-D6FD-39F7BAAF8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資料分析</a:t>
            </a:r>
          </a:p>
        </p:txBody>
      </p:sp>
      <p:sp>
        <p:nvSpPr>
          <p:cNvPr id="17" name="內容版面配置區 16">
            <a:extLst>
              <a:ext uri="{FF2B5EF4-FFF2-40B4-BE49-F238E27FC236}">
                <a16:creationId xmlns:a16="http://schemas.microsoft.com/office/drawing/2014/main" id="{6C9DCCF2-C7CF-8A66-CF47-BFD16AE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Power PI</a:t>
            </a:r>
            <a:r>
              <a:rPr lang="zh-TW" altLang="en-US" dirty="0"/>
              <a:t>展示</a:t>
            </a:r>
          </a:p>
        </p:txBody>
      </p:sp>
    </p:spTree>
    <p:extLst>
      <p:ext uri="{BB962C8B-B14F-4D97-AF65-F5344CB8AC3E}">
        <p14:creationId xmlns:p14="http://schemas.microsoft.com/office/powerpoint/2010/main" val="1494313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E1C51B-1E12-A1F9-64DE-B5291BD3A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歲數相關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F0DDF956-992C-4C79-8C7C-F7C2845BA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941" y="1611002"/>
            <a:ext cx="8236117" cy="462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665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8A8C0-5E0B-BF81-6BBA-8C4803C63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B723C57-109C-F818-2202-AE5399C88F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618518"/>
            <a:ext cx="9905998" cy="556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530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19A397-BC6A-F52F-20FC-FB3EC17D1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離婚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89509B0-74ED-9662-604B-A5A023FD88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5309" y="1611420"/>
            <a:ext cx="8378206" cy="4707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51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65E444-2789-6140-A878-B5698484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結婚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32491EE-6523-2F60-1B6B-9367D348D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373" y="1634243"/>
            <a:ext cx="8177254" cy="460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335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B675CB9-EA13-55FD-E89F-675340BE7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221" y="599302"/>
            <a:ext cx="10015558" cy="5659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16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F59889-A105-1263-C345-8B5CF7695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B428851-BC8A-0C3F-D744-5F454900B8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2660" y="618517"/>
            <a:ext cx="9983503" cy="5620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717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229036-DF81-93F1-975E-5F43A0D40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327514"/>
            <a:ext cx="9905998" cy="1478570"/>
          </a:xfrm>
        </p:spPr>
        <p:txBody>
          <a:bodyPr/>
          <a:lstStyle/>
          <a:p>
            <a:pPr algn="ctr"/>
            <a:r>
              <a:rPr lang="zh-TW" altLang="en-US" dirty="0"/>
              <a:t>離婚 </a:t>
            </a:r>
            <a:br>
              <a:rPr lang="en-US" altLang="zh-TW" dirty="0"/>
            </a:br>
            <a:r>
              <a:rPr lang="zh-TW" altLang="en-US" dirty="0"/>
              <a:t>登記</a:t>
            </a:r>
            <a:r>
              <a:rPr lang="en-US" altLang="zh-TW" dirty="0"/>
              <a:t>/</a:t>
            </a:r>
            <a:r>
              <a:rPr lang="zh-TW" altLang="en-US" dirty="0"/>
              <a:t>發生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5F533A1-C0C7-C18F-D0C9-F79917CAE5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481" y="1625462"/>
            <a:ext cx="8429038" cy="475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857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E64124-3613-262A-684B-02F32471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結論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DD5C57-7D5A-7C3C-ACA8-0174E5386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z="2800" dirty="0"/>
              <a:t>台中市</a:t>
            </a:r>
            <a:r>
              <a:rPr lang="en-US" altLang="zh-TW" sz="2800" dirty="0"/>
              <a:t>2018</a:t>
            </a:r>
            <a:r>
              <a:rPr lang="zh-TW" altLang="en-US" sz="2800" dirty="0"/>
              <a:t>年</a:t>
            </a:r>
            <a:r>
              <a:rPr lang="en-US" altLang="zh-TW" sz="2800" dirty="0"/>
              <a:t>:</a:t>
            </a:r>
          </a:p>
          <a:p>
            <a:pPr lvl="1"/>
            <a:r>
              <a:rPr lang="en-US" altLang="zh-TW" sz="2400" dirty="0"/>
              <a:t>25~34</a:t>
            </a:r>
            <a:r>
              <a:rPr lang="zh-TW" altLang="en-US" sz="2400" dirty="0"/>
              <a:t>歲結婚人數最多，大多為初婚，</a:t>
            </a:r>
            <a:r>
              <a:rPr lang="en-US" altLang="zh-TW" sz="2400" dirty="0"/>
              <a:t>35~44</a:t>
            </a:r>
            <a:r>
              <a:rPr lang="zh-TW" altLang="en-US" sz="2400" dirty="0"/>
              <a:t>歲大多為再婚。</a:t>
            </a:r>
            <a:endParaRPr lang="en-US" altLang="zh-TW" sz="2400" dirty="0"/>
          </a:p>
          <a:p>
            <a:pPr lvl="1"/>
            <a:r>
              <a:rPr lang="en-US" altLang="zh-TW" sz="2400" dirty="0"/>
              <a:t>35~44</a:t>
            </a:r>
            <a:r>
              <a:rPr lang="zh-TW" altLang="en-US" sz="2400" dirty="0"/>
              <a:t>歲離婚人數為該群最高、高中畢業的離婚人數為該群最高。</a:t>
            </a:r>
            <a:endParaRPr lang="en-US" altLang="zh-TW" sz="2400" dirty="0"/>
          </a:p>
          <a:p>
            <a:pPr lvl="1"/>
            <a:r>
              <a:rPr lang="en-US" altLang="zh-TW" sz="2400" dirty="0"/>
              <a:t>25~34</a:t>
            </a:r>
            <a:r>
              <a:rPr lang="zh-TW" altLang="en-US" sz="2400" dirty="0"/>
              <a:t>歲且大學畢業的初婚人數最高。</a:t>
            </a:r>
            <a:endParaRPr lang="en-US" altLang="zh-TW" sz="2400" dirty="0"/>
          </a:p>
          <a:p>
            <a:pPr lvl="1"/>
            <a:r>
              <a:rPr lang="en-US" altLang="zh-TW" sz="2400" dirty="0"/>
              <a:t>35~44</a:t>
            </a:r>
            <a:r>
              <a:rPr lang="zh-TW" altLang="en-US" sz="2400" dirty="0"/>
              <a:t>的歲的原住民有偶人數最高，</a:t>
            </a:r>
            <a:r>
              <a:rPr lang="en-US" altLang="zh-TW" sz="2400" dirty="0"/>
              <a:t>45~54</a:t>
            </a:r>
            <a:r>
              <a:rPr lang="zh-TW" altLang="en-US" sz="2400" dirty="0"/>
              <a:t>的歲的原住民離過婚人數最高。</a:t>
            </a:r>
          </a:p>
        </p:txBody>
      </p:sp>
    </p:spTree>
    <p:extLst>
      <p:ext uri="{BB962C8B-B14F-4D97-AF65-F5344CB8AC3E}">
        <p14:creationId xmlns:p14="http://schemas.microsoft.com/office/powerpoint/2010/main" val="31581956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{0BAF74CA-FD03-42A0-B405-4C1953F0A614}TF6d5feb1e-e145-43f1-b745-cb4b54c5ee9742c6fa75-22948a3009fc</Template>
  <TotalTime>562</TotalTime>
  <Words>269</Words>
  <Application>Microsoft Office PowerPoint</Application>
  <PresentationFormat>寬螢幕</PresentationFormat>
  <Paragraphs>28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7" baseType="lpstr">
      <vt:lpstr>Arial</vt:lpstr>
      <vt:lpstr>Tw Cen MT</vt:lpstr>
      <vt:lpstr>電路</vt:lpstr>
      <vt:lpstr>那些人較易結婚或離婚?</vt:lpstr>
      <vt:lpstr>專題發想說明:</vt:lpstr>
      <vt:lpstr>收尋以下網站:</vt:lpstr>
      <vt:lpstr>資料轉換</vt:lpstr>
      <vt:lpstr>資料儲存</vt:lpstr>
      <vt:lpstr>資料分析</vt:lpstr>
      <vt:lpstr>歲數相關</vt:lpstr>
      <vt:lpstr>PowerPoint 簡報</vt:lpstr>
      <vt:lpstr>離婚</vt:lpstr>
      <vt:lpstr>結婚</vt:lpstr>
      <vt:lpstr>PowerPoint 簡報</vt:lpstr>
      <vt:lpstr>PowerPoint 簡報</vt:lpstr>
      <vt:lpstr>離婚  登記/發生</vt:lpstr>
      <vt:lpstr>結論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hestanley</dc:creator>
  <cp:lastModifiedBy>hestanley</cp:lastModifiedBy>
  <cp:revision>12</cp:revision>
  <dcterms:created xsi:type="dcterms:W3CDTF">2026-03-31T06:00:18Z</dcterms:created>
  <dcterms:modified xsi:type="dcterms:W3CDTF">2026-04-01T08:05:44Z</dcterms:modified>
</cp:coreProperties>
</file>