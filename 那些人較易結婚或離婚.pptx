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  <a:endParaRPr lang="en-US" altLang="zh-TW" sz="4400" dirty="0"/>
          </a:p>
          <a:p>
            <a:pPr algn="ctr"/>
            <a:r>
              <a:rPr lang="zh-TW" altLang="en-US" sz="4400" dirty="0"/>
              <a:t>專題製作</a:t>
            </a:r>
            <a:r>
              <a:rPr lang="en-US" altLang="zh-TW" sz="4400" dirty="0"/>
              <a:t>:</a:t>
            </a:r>
            <a:r>
              <a:rPr lang="zh-TW" altLang="en-US" sz="4400" dirty="0"/>
              <a:t>何權哲</a:t>
            </a:r>
            <a:endParaRPr lang="en-US" altLang="zh-TW" sz="4400" dirty="0"/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近年結婚人數逐年減少，單身越來越多。</a:t>
            </a:r>
            <a:endParaRPr lang="en-US" altLang="zh-TW" dirty="0"/>
          </a:p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讀取即時資料進行分析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211" y="40203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000" dirty="0"/>
              <a:t>Power PI</a:t>
            </a:r>
            <a:r>
              <a:rPr lang="zh-TW" altLang="en-US" sz="4000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6B8B33F-63CA-9EB2-3B39-17B4ACF66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222" y="1800212"/>
            <a:ext cx="7916380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每月離婚人數</a:t>
            </a:r>
            <a:br>
              <a:rPr lang="en-US" altLang="zh-TW" dirty="0"/>
            </a:b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6FFEB43-2EEE-091E-0FCD-D5E4D6AC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57" y="1579504"/>
            <a:ext cx="8820907" cy="488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條件為臺中市大甲區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23F2302-F2DE-F7B0-6FA6-401BAD48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DBD2F39-9BDC-DFD8-044E-B47BA7AB0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6DDBEA-D189-AFD1-9138-A9F6BCF09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931" y="1656818"/>
            <a:ext cx="8304962" cy="46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538D195-53B5-2103-5E65-9B4D2CFF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80" y="486875"/>
            <a:ext cx="10267896" cy="577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0A9E7DC-F5B7-DE67-F199-E9909F21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625BD59-B985-6AE0-C522-C9769069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59" y="618516"/>
            <a:ext cx="9983503" cy="567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</a:t>
            </a:r>
            <a:r>
              <a:rPr lang="en-US" altLang="zh-TW" dirty="0"/>
              <a:t>:25~34</a:t>
            </a:r>
            <a:r>
              <a:rPr lang="zh-TW" altLang="en-US" dirty="0"/>
              <a:t>歲、台中市西區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F3778D-A35A-29D3-79CD-44DB6FC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1"/>
            <a:ext cx="8429038" cy="47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結婚人數最多，大多為</a:t>
            </a:r>
            <a:r>
              <a:rPr lang="zh-TW" altLang="en-US" sz="2400" u="sng" dirty="0"/>
              <a:t>初婚</a:t>
            </a:r>
            <a:r>
              <a:rPr lang="zh-TW" altLang="en-US" sz="2400" dirty="0"/>
              <a:t>，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再婚人數最多。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再婚人數開始高於初婚人數。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離婚人數為該群最高、</a:t>
            </a:r>
            <a:r>
              <a:rPr lang="zh-TW" altLang="en-US" sz="2400" u="sng" dirty="0"/>
              <a:t>高中畢業</a:t>
            </a:r>
            <a:r>
              <a:rPr lang="zh-TW" altLang="en-US" sz="2400" dirty="0"/>
              <a:t>的離婚人數為該群最高。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且</a:t>
            </a:r>
            <a:r>
              <a:rPr lang="zh-TW" altLang="en-US" sz="2400" u="sng" dirty="0"/>
              <a:t>大學畢業</a:t>
            </a:r>
            <a:r>
              <a:rPr lang="zh-TW" altLang="en-US" sz="2400" dirty="0"/>
              <a:t>的初婚人數最高。</a:t>
            </a:r>
            <a:endParaRPr lang="en-US" altLang="zh-TW" sz="2400" dirty="0"/>
          </a:p>
          <a:p>
            <a:pPr lvl="1"/>
            <a:r>
              <a:rPr lang="zh-TW" altLang="en-US" sz="2400" dirty="0"/>
              <a:t>原住民中有偶人數最多人為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，離過婚中最多人在</a:t>
            </a:r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endParaRPr lang="en-US" altLang="zh-TW" sz="2400" u="sng" dirty="0"/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1055</TotalTime>
  <Words>311</Words>
  <Application>Microsoft Office PowerPoint</Application>
  <PresentationFormat>寬螢幕</PresentationFormat>
  <Paragraphs>32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7" baseType="lpstr">
      <vt:lpstr>Arial</vt:lpstr>
      <vt:lpstr>Tw Cen MT</vt:lpstr>
      <vt:lpstr>電路</vt:lpstr>
      <vt:lpstr>那些人較易結婚或離婚?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每月離婚人數 </vt:lpstr>
      <vt:lpstr>離婚-條件為臺中市大甲區</vt:lpstr>
      <vt:lpstr>結婚</vt:lpstr>
      <vt:lpstr>PowerPoint 簡報</vt:lpstr>
      <vt:lpstr>PowerPoint 簡報</vt:lpstr>
      <vt:lpstr>離婚-條件:25~34歲、台中市西區 登記/發生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23</cp:revision>
  <dcterms:created xsi:type="dcterms:W3CDTF">2026-03-31T06:00:18Z</dcterms:created>
  <dcterms:modified xsi:type="dcterms:W3CDTF">2026-04-13T06:20:24Z</dcterms:modified>
</cp:coreProperties>
</file>