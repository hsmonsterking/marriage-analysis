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2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15" autoAdjust="0"/>
    <p:restoredTop sz="94660"/>
  </p:normalViewPr>
  <p:slideViewPr>
    <p:cSldViewPr snapToGrid="0">
      <p:cViewPr varScale="1">
        <p:scale>
          <a:sx n="85" d="100"/>
          <a:sy n="85" d="100"/>
        </p:scale>
        <p:origin x="28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4/7/2026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圖片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4/7/2026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E4C4E51-2DCA-95E4-6207-BB08846D8D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zh-TW" altLang="en-US" dirty="0"/>
              <a:t>那些人較易結婚或離婚</a:t>
            </a:r>
            <a:r>
              <a:rPr lang="en-US" altLang="zh-TW" dirty="0">
                <a:latin typeface="+mj-ea"/>
              </a:rPr>
              <a:t>?</a:t>
            </a:r>
            <a:endParaRPr lang="zh-TW" altLang="en-US" dirty="0">
              <a:latin typeface="+mj-ea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9BDA309-817E-1682-1D73-9A1E40B264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altLang="zh-TW" sz="4400" dirty="0"/>
              <a:t>2018</a:t>
            </a:r>
            <a:r>
              <a:rPr lang="zh-TW" altLang="en-US" sz="4400" dirty="0"/>
              <a:t>年台中市居民的婚姻狀況分析</a:t>
            </a:r>
          </a:p>
        </p:txBody>
      </p:sp>
    </p:spTree>
    <p:extLst>
      <p:ext uri="{BB962C8B-B14F-4D97-AF65-F5344CB8AC3E}">
        <p14:creationId xmlns:p14="http://schemas.microsoft.com/office/powerpoint/2010/main" val="3712067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B64590-1A1E-2C50-C76E-030A7E1463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專題發想說明</a:t>
            </a:r>
            <a:r>
              <a:rPr lang="en-US" altLang="zh-TW" dirty="0"/>
              <a:t>: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3B941A9-E5E0-CF97-A5C9-849C50BD4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好奇結婚的人有哪些特色</a:t>
            </a:r>
            <a:r>
              <a:rPr lang="en-US" altLang="zh-TW" dirty="0"/>
              <a:t>?</a:t>
            </a:r>
          </a:p>
          <a:p>
            <a:r>
              <a:rPr lang="zh-TW" altLang="en-US" dirty="0"/>
              <a:t>解析台中市在</a:t>
            </a:r>
            <a:r>
              <a:rPr lang="en-US" altLang="zh-TW" dirty="0"/>
              <a:t>2018</a:t>
            </a:r>
            <a:r>
              <a:rPr lang="zh-TW" altLang="en-US" dirty="0"/>
              <a:t>年的結婚及離婚狀況</a:t>
            </a:r>
          </a:p>
          <a:p>
            <a:r>
              <a:rPr lang="zh-TW" altLang="en-US" dirty="0"/>
              <a:t>以</a:t>
            </a:r>
            <a:r>
              <a:rPr lang="en-US" altLang="zh-TW" dirty="0"/>
              <a:t>[</a:t>
            </a:r>
            <a:r>
              <a:rPr lang="zh-TW" altLang="en-US" dirty="0"/>
              <a:t>那些人較易結婚或離婚</a:t>
            </a:r>
            <a:r>
              <a:rPr lang="en-US" altLang="zh-TW" dirty="0"/>
              <a:t>?-2018</a:t>
            </a:r>
            <a:r>
              <a:rPr lang="zh-TW" altLang="en-US" dirty="0"/>
              <a:t>台中市居民的婚姻狀況分析</a:t>
            </a:r>
            <a:r>
              <a:rPr lang="en-US" altLang="zh-TW" dirty="0"/>
              <a:t>]</a:t>
            </a:r>
            <a:r>
              <a:rPr lang="zh-TW" altLang="en-US" dirty="0"/>
              <a:t>為出發點去收集資料</a:t>
            </a:r>
          </a:p>
        </p:txBody>
      </p:sp>
    </p:spTree>
    <p:extLst>
      <p:ext uri="{BB962C8B-B14F-4D97-AF65-F5344CB8AC3E}">
        <p14:creationId xmlns:p14="http://schemas.microsoft.com/office/powerpoint/2010/main" val="1168443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EC3B829-4C91-8FBB-09BC-E49127734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收尋以下網站</a:t>
            </a:r>
            <a:r>
              <a:rPr lang="en-US" altLang="zh-TW" dirty="0"/>
              <a:t>: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F57AE6-D4EA-7BA8-703F-B1FED4DCF3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政府資料開放平台</a:t>
            </a:r>
            <a:r>
              <a:rPr lang="en-US" altLang="zh-TW" dirty="0"/>
              <a:t>,</a:t>
            </a:r>
            <a:r>
              <a:rPr lang="en-US" altLang="zh-TW" dirty="0" err="1"/>
              <a:t>kaggle</a:t>
            </a:r>
            <a:r>
              <a:rPr lang="en-US" altLang="zh-TW" dirty="0"/>
              <a:t>,</a:t>
            </a:r>
            <a:r>
              <a:rPr lang="zh-TW" altLang="en-US" dirty="0"/>
              <a:t>中華民國內政部</a:t>
            </a:r>
            <a:r>
              <a:rPr lang="en-US" altLang="zh-TW" dirty="0"/>
              <a:t>,dataset research google</a:t>
            </a:r>
          </a:p>
          <a:p>
            <a:pPr marL="0" indent="0">
              <a:buNone/>
            </a:pPr>
            <a:r>
              <a:rPr lang="en-US" altLang="zh-TW" dirty="0"/>
              <a:t>   ,</a:t>
            </a:r>
            <a:r>
              <a:rPr lang="zh-TW" altLang="en-US" dirty="0"/>
              <a:t>台中市政府資料開放平台</a:t>
            </a:r>
            <a:r>
              <a:rPr lang="en-US" altLang="zh-TW" dirty="0"/>
              <a:t>...</a:t>
            </a:r>
          </a:p>
          <a:p>
            <a:r>
              <a:rPr lang="zh-TW" altLang="en-US" dirty="0"/>
              <a:t>採用台中市政府資料開放平台的</a:t>
            </a:r>
            <a:r>
              <a:rPr lang="en-US" altLang="zh-TW" dirty="0"/>
              <a:t>CSV</a:t>
            </a:r>
            <a:r>
              <a:rPr lang="zh-TW" altLang="en-US" dirty="0"/>
              <a:t>資料，有同年度最多維度的資料。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20B4D56-C9CF-9C4D-9C8F-BB18B2CA3F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7103" y="4059405"/>
            <a:ext cx="3505689" cy="676369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C834DDBD-A698-58D2-13AD-0B5828784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7344" y="4032178"/>
            <a:ext cx="943107" cy="514422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5A2E27F9-2247-D8FF-4B17-5D4DA04CC1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9587" y="4806900"/>
            <a:ext cx="3829584" cy="724001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5B00EC9E-DE77-08C0-531D-18F76845FE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9587" y="3994073"/>
            <a:ext cx="2019582" cy="552527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70AAF804-B92D-B170-FC3F-EA82D385C7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9346" y="4032178"/>
            <a:ext cx="2119765" cy="632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51281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1E52C66-59D0-D739-9733-05446F293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資料</a:t>
            </a:r>
            <a:r>
              <a:rPr lang="zh-TW" altLang="en-US" b="1" dirty="0"/>
              <a:t>轉換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D063991-4028-AB20-E63F-6049A7252D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將下載的</a:t>
            </a:r>
            <a:r>
              <a:rPr lang="en-US" altLang="zh-TW" dirty="0"/>
              <a:t>CSV</a:t>
            </a:r>
            <a:r>
              <a:rPr lang="zh-TW" altLang="en-US" dirty="0"/>
              <a:t>檔</a:t>
            </a:r>
            <a:r>
              <a:rPr lang="zh-TW" altLang="en-US"/>
              <a:t>資料重整，</a:t>
            </a:r>
            <a:r>
              <a:rPr lang="zh-TW" altLang="en-US" dirty="0"/>
              <a:t>例</a:t>
            </a:r>
            <a:r>
              <a:rPr lang="en-US" altLang="zh-TW" dirty="0"/>
              <a:t>:[</a:t>
            </a:r>
            <a:r>
              <a:rPr lang="zh-TW" altLang="en-US" dirty="0"/>
              <a:t>項目</a:t>
            </a:r>
            <a:r>
              <a:rPr lang="en-US" altLang="zh-TW" dirty="0"/>
              <a:t>]</a:t>
            </a:r>
            <a:r>
              <a:rPr lang="zh-TW" altLang="en-US" dirty="0"/>
              <a:t>拆解</a:t>
            </a:r>
            <a:r>
              <a:rPr lang="en-US" altLang="zh-TW" dirty="0"/>
              <a:t>[</a:t>
            </a:r>
            <a:r>
              <a:rPr lang="zh-TW" altLang="en-US" dirty="0"/>
              <a:t>性別</a:t>
            </a:r>
            <a:r>
              <a:rPr lang="en-US" altLang="zh-TW" dirty="0"/>
              <a:t>,</a:t>
            </a:r>
            <a:r>
              <a:rPr lang="zh-TW" altLang="en-US" dirty="0"/>
              <a:t>歲數</a:t>
            </a:r>
            <a:r>
              <a:rPr lang="en-US" altLang="zh-TW" dirty="0"/>
              <a:t>,</a:t>
            </a:r>
            <a:r>
              <a:rPr lang="zh-TW" altLang="en-US" dirty="0"/>
              <a:t>初</a:t>
            </a:r>
            <a:r>
              <a:rPr lang="en-US" altLang="zh-TW" dirty="0"/>
              <a:t>/</a:t>
            </a:r>
            <a:r>
              <a:rPr lang="zh-TW" altLang="en-US" dirty="0"/>
              <a:t>再婚</a:t>
            </a:r>
            <a:r>
              <a:rPr lang="en-US" altLang="zh-TW" dirty="0"/>
              <a:t>]</a:t>
            </a:r>
            <a:r>
              <a:rPr lang="zh-TW" altLang="en-US" dirty="0"/>
              <a:t>，以歲數分群成</a:t>
            </a:r>
            <a:r>
              <a:rPr lang="en-US" altLang="zh-TW" dirty="0"/>
              <a:t>[</a:t>
            </a:r>
            <a:r>
              <a:rPr lang="zh-TW" altLang="en-US" dirty="0"/>
              <a:t>年齡區間</a:t>
            </a:r>
            <a:r>
              <a:rPr lang="en-US" altLang="zh-TW" dirty="0"/>
              <a:t>]…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9E9DF66-5B87-25C2-0406-E47EBE21D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9807" y="3537565"/>
            <a:ext cx="1352739" cy="1295581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F20A5BB4-894F-685B-6250-DD2A002D07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6919" y="3499460"/>
            <a:ext cx="2076740" cy="1333686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6B9252A0-1AA6-2521-F43B-4DFCF8CFB7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1632" y="3499460"/>
            <a:ext cx="647790" cy="133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925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7BCC62-8B4F-FFAA-A766-43AFFA87C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資料儲存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2F0ACB1-E652-6EBB-4120-B4DF39ED8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採用兩種方式</a:t>
            </a:r>
            <a:r>
              <a:rPr lang="en-US" altLang="zh-TW" dirty="0"/>
              <a:t>:</a:t>
            </a:r>
          </a:p>
          <a:p>
            <a:r>
              <a:rPr lang="en-US" altLang="zh-TW" dirty="0"/>
              <a:t>1.</a:t>
            </a:r>
            <a:r>
              <a:rPr lang="zh-TW" altLang="en-US" dirty="0"/>
              <a:t>直接將</a:t>
            </a:r>
            <a:r>
              <a:rPr lang="en-US" altLang="zh-TW" dirty="0"/>
              <a:t>CSV</a:t>
            </a:r>
            <a:r>
              <a:rPr lang="zh-TW" altLang="en-US" dirty="0"/>
              <a:t>資料載入至</a:t>
            </a:r>
            <a:r>
              <a:rPr lang="en-US" altLang="zh-TW" dirty="0"/>
              <a:t>Power BI</a:t>
            </a:r>
            <a:r>
              <a:rPr lang="zh-TW" altLang="en-US" dirty="0"/>
              <a:t>開始分析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先將</a:t>
            </a:r>
            <a:r>
              <a:rPr lang="en-US" altLang="zh-TW" dirty="0"/>
              <a:t>CSV</a:t>
            </a:r>
            <a:r>
              <a:rPr lang="zh-TW" altLang="en-US" dirty="0"/>
              <a:t>資料載入至</a:t>
            </a:r>
            <a:r>
              <a:rPr lang="en-US" altLang="zh-TW" dirty="0"/>
              <a:t>Microsoft Azure</a:t>
            </a:r>
            <a:r>
              <a:rPr lang="zh-TW" altLang="en-US" dirty="0"/>
              <a:t> </a:t>
            </a:r>
            <a:r>
              <a:rPr lang="en-US" altLang="zh-TW" dirty="0"/>
              <a:t>SQL Server</a:t>
            </a:r>
            <a:r>
              <a:rPr lang="zh-TW" altLang="en-US" dirty="0"/>
              <a:t>中，再用</a:t>
            </a:r>
            <a:r>
              <a:rPr lang="en-US" altLang="zh-TW" dirty="0"/>
              <a:t>Power BI</a:t>
            </a:r>
            <a:r>
              <a:rPr lang="zh-TW" altLang="en-US" dirty="0"/>
              <a:t>讀取即時資料進行分析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517EC03-179F-F052-3889-F850929560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2293" y="248633"/>
            <a:ext cx="2305372" cy="3067478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94FE2312-953F-EB00-8743-426ACB3194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0211" y="4020344"/>
            <a:ext cx="2629267" cy="2295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016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BD4E3E0-872D-4A03-D6FD-39F7BAAF8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資料分析</a:t>
            </a:r>
          </a:p>
        </p:txBody>
      </p:sp>
      <p:sp>
        <p:nvSpPr>
          <p:cNvPr id="17" name="內容版面配置區 16">
            <a:extLst>
              <a:ext uri="{FF2B5EF4-FFF2-40B4-BE49-F238E27FC236}">
                <a16:creationId xmlns:a16="http://schemas.microsoft.com/office/drawing/2014/main" id="{6C9DCCF2-C7CF-8A66-CF47-BFD16AE5E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Power PI</a:t>
            </a:r>
            <a:r>
              <a:rPr lang="zh-TW" altLang="en-US" dirty="0"/>
              <a:t>展示</a:t>
            </a:r>
          </a:p>
        </p:txBody>
      </p:sp>
    </p:spTree>
    <p:extLst>
      <p:ext uri="{BB962C8B-B14F-4D97-AF65-F5344CB8AC3E}">
        <p14:creationId xmlns:p14="http://schemas.microsoft.com/office/powerpoint/2010/main" val="14943135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3E1C51B-1E12-A1F9-64DE-B5291BD3A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歲數相關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A6B8B33F-63CA-9EB2-3B39-17B4ACF666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222" y="1800212"/>
            <a:ext cx="7916380" cy="4439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06651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18A8C0-5E0B-BF81-6BBA-8C4803C63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68B19D04-722A-3B24-41B1-A78905BCC0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0C6AC618-2A58-AD70-F329-0C654B9DF5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618518"/>
            <a:ext cx="9905998" cy="5601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85303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19A397-BC6A-F52F-20FC-FB3EC17D1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離婚</a:t>
            </a:r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D23F2302-F2DE-F7B0-6FA6-401BAD480B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3DBD2F39-9BDC-DFD8-044E-B47BA7AB06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309" y="1611420"/>
            <a:ext cx="8378206" cy="4767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3514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A65E444-2789-6140-A878-B56984840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結婚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1CA2B71A-2C1C-6DF2-7E11-404AC7BAE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373" y="1634242"/>
            <a:ext cx="8177254" cy="4678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03352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9538D195-53B5-2103-5E65-9B4D2CFF97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4580" y="486875"/>
            <a:ext cx="10267896" cy="5771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162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F59889-A105-1263-C345-8B5CF7695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90A9E7DC-F5B7-DE67-F199-E9909F21DA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E625BD59-B985-6AE0-C522-C976906948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659" y="618516"/>
            <a:ext cx="9983503" cy="5673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47178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229036-DF81-93F1-975E-5F43A0D407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327514"/>
            <a:ext cx="9905998" cy="1478570"/>
          </a:xfrm>
        </p:spPr>
        <p:txBody>
          <a:bodyPr/>
          <a:lstStyle/>
          <a:p>
            <a:pPr algn="ctr"/>
            <a:r>
              <a:rPr lang="zh-TW" altLang="en-US" dirty="0"/>
              <a:t>離婚 </a:t>
            </a:r>
            <a:br>
              <a:rPr lang="en-US" altLang="zh-TW" dirty="0"/>
            </a:br>
            <a:r>
              <a:rPr lang="zh-TW" altLang="en-US" dirty="0"/>
              <a:t>登記</a:t>
            </a:r>
            <a:r>
              <a:rPr lang="en-US" altLang="zh-TW" dirty="0"/>
              <a:t>/</a:t>
            </a:r>
            <a:r>
              <a:rPr lang="zh-TW" altLang="en-US" dirty="0"/>
              <a:t>發生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CF3778D-A35A-29D3-79CD-44DB6FC78E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481" y="1625461"/>
            <a:ext cx="8429038" cy="4797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8575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9E64124-3613-262A-684B-02F324710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結論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8DD5C57-7D5A-7C3C-ACA8-0174E53866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/>
              <a:t>台中市</a:t>
            </a:r>
            <a:r>
              <a:rPr lang="en-US" altLang="zh-TW" sz="2800" dirty="0"/>
              <a:t>2018</a:t>
            </a:r>
            <a:r>
              <a:rPr lang="zh-TW" altLang="en-US" sz="2800" dirty="0"/>
              <a:t>年</a:t>
            </a:r>
            <a:r>
              <a:rPr lang="en-US" altLang="zh-TW" sz="2800" dirty="0"/>
              <a:t>:</a:t>
            </a:r>
          </a:p>
          <a:p>
            <a:pPr lvl="1"/>
            <a:r>
              <a:rPr lang="en-US" altLang="zh-TW" sz="2400" u="sng" dirty="0"/>
              <a:t>25~34</a:t>
            </a:r>
            <a:r>
              <a:rPr lang="zh-TW" altLang="en-US" sz="2400" u="sng" dirty="0"/>
              <a:t>歲</a:t>
            </a:r>
            <a:r>
              <a:rPr lang="zh-TW" altLang="en-US" sz="2400" dirty="0"/>
              <a:t>結婚人數最多，大多為</a:t>
            </a:r>
            <a:r>
              <a:rPr lang="zh-TW" altLang="en-US" sz="2400" u="sng" dirty="0"/>
              <a:t>初婚</a:t>
            </a:r>
            <a:r>
              <a:rPr lang="zh-TW" altLang="en-US" sz="2400" dirty="0"/>
              <a:t>，</a:t>
            </a:r>
            <a:r>
              <a:rPr lang="en-US" altLang="zh-TW" sz="2400" u="sng" dirty="0"/>
              <a:t>35~44</a:t>
            </a:r>
            <a:r>
              <a:rPr lang="zh-TW" altLang="en-US" sz="2400" u="sng" dirty="0"/>
              <a:t>歲</a:t>
            </a:r>
            <a:r>
              <a:rPr lang="zh-TW" altLang="en-US" sz="2400" dirty="0"/>
              <a:t>大多為</a:t>
            </a:r>
            <a:r>
              <a:rPr lang="zh-TW" altLang="en-US" sz="2400" u="sng" dirty="0"/>
              <a:t>再婚</a:t>
            </a:r>
            <a:r>
              <a:rPr lang="zh-TW" altLang="en-US" sz="2400" dirty="0"/>
              <a:t>。</a:t>
            </a:r>
            <a:endParaRPr lang="en-US" altLang="zh-TW" sz="2400" dirty="0"/>
          </a:p>
          <a:p>
            <a:pPr lvl="1"/>
            <a:r>
              <a:rPr lang="en-US" altLang="zh-TW" sz="2400" u="sng" dirty="0"/>
              <a:t>35~44</a:t>
            </a:r>
            <a:r>
              <a:rPr lang="zh-TW" altLang="en-US" sz="2400" u="sng" dirty="0"/>
              <a:t>歲</a:t>
            </a:r>
            <a:r>
              <a:rPr lang="zh-TW" altLang="en-US" sz="2400" dirty="0"/>
              <a:t>離婚人數為該群最高、</a:t>
            </a:r>
            <a:r>
              <a:rPr lang="zh-TW" altLang="en-US" sz="2400" u="sng" dirty="0"/>
              <a:t>高中畢業</a:t>
            </a:r>
            <a:r>
              <a:rPr lang="zh-TW" altLang="en-US" sz="2400" dirty="0"/>
              <a:t>的離婚人數為該群最高。</a:t>
            </a:r>
            <a:endParaRPr lang="en-US" altLang="zh-TW" sz="2400" dirty="0"/>
          </a:p>
          <a:p>
            <a:pPr lvl="1"/>
            <a:r>
              <a:rPr lang="en-US" altLang="zh-TW" sz="2400" u="sng" dirty="0"/>
              <a:t>25~34</a:t>
            </a:r>
            <a:r>
              <a:rPr lang="zh-TW" altLang="en-US" sz="2400" u="sng" dirty="0"/>
              <a:t>歲</a:t>
            </a:r>
            <a:r>
              <a:rPr lang="zh-TW" altLang="en-US" sz="2400" dirty="0"/>
              <a:t>且</a:t>
            </a:r>
            <a:r>
              <a:rPr lang="zh-TW" altLang="en-US" sz="2400" u="sng" dirty="0"/>
              <a:t>大學畢業</a:t>
            </a:r>
            <a:r>
              <a:rPr lang="zh-TW" altLang="en-US" sz="2400" dirty="0"/>
              <a:t>的初婚人數最高。</a:t>
            </a:r>
            <a:endParaRPr lang="en-US" altLang="zh-TW" sz="2400" dirty="0"/>
          </a:p>
          <a:p>
            <a:pPr lvl="1"/>
            <a:r>
              <a:rPr lang="zh-TW" altLang="en-US" sz="2400" dirty="0"/>
              <a:t>原住民中有偶人數最多人為</a:t>
            </a:r>
            <a:r>
              <a:rPr lang="en-US" altLang="zh-TW" sz="2400" u="sng" dirty="0"/>
              <a:t>35~44</a:t>
            </a:r>
            <a:r>
              <a:rPr lang="zh-TW" altLang="en-US" sz="2400" u="sng" dirty="0"/>
              <a:t>歲</a:t>
            </a:r>
            <a:r>
              <a:rPr lang="zh-TW" altLang="en-US" sz="2400" dirty="0"/>
              <a:t>，離過婚中最多人在</a:t>
            </a:r>
            <a:r>
              <a:rPr lang="en-US" altLang="zh-TW" sz="2400" u="sng" dirty="0"/>
              <a:t>45~54</a:t>
            </a:r>
            <a:r>
              <a:rPr lang="zh-TW" altLang="en-US" sz="2400" u="sng" dirty="0"/>
              <a:t>歲</a:t>
            </a:r>
            <a:endParaRPr lang="en-US" altLang="zh-TW" sz="2400" u="sng" dirty="0"/>
          </a:p>
        </p:txBody>
      </p:sp>
    </p:spTree>
    <p:extLst>
      <p:ext uri="{BB962C8B-B14F-4D97-AF65-F5344CB8AC3E}">
        <p14:creationId xmlns:p14="http://schemas.microsoft.com/office/powerpoint/2010/main" val="315819567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電路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{0BAF74CA-FD03-42A0-B405-4C1953F0A614}TF6d5feb1e-e145-43f1-b745-cb4b54c5ee9742c6fa75-22948a3009fc</Template>
  <TotalTime>878</TotalTime>
  <Words>267</Words>
  <Application>Microsoft Office PowerPoint</Application>
  <PresentationFormat>寬螢幕</PresentationFormat>
  <Paragraphs>28</Paragraphs>
  <Slides>14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14</vt:i4>
      </vt:variant>
    </vt:vector>
  </HeadingPairs>
  <TitlesOfParts>
    <vt:vector size="17" baseType="lpstr">
      <vt:lpstr>Arial</vt:lpstr>
      <vt:lpstr>Tw Cen MT</vt:lpstr>
      <vt:lpstr>電路</vt:lpstr>
      <vt:lpstr>那些人較易結婚或離婚?</vt:lpstr>
      <vt:lpstr>專題發想說明:</vt:lpstr>
      <vt:lpstr>收尋以下網站:</vt:lpstr>
      <vt:lpstr>資料轉換</vt:lpstr>
      <vt:lpstr>資料儲存</vt:lpstr>
      <vt:lpstr>資料分析</vt:lpstr>
      <vt:lpstr>歲數相關</vt:lpstr>
      <vt:lpstr>PowerPoint 簡報</vt:lpstr>
      <vt:lpstr>離婚</vt:lpstr>
      <vt:lpstr>結婚</vt:lpstr>
      <vt:lpstr>PowerPoint 簡報</vt:lpstr>
      <vt:lpstr>PowerPoint 簡報</vt:lpstr>
      <vt:lpstr>離婚  登記/發生</vt:lpstr>
      <vt:lpstr>結論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hestanley</dc:creator>
  <cp:lastModifiedBy>hestanley</cp:lastModifiedBy>
  <cp:revision>19</cp:revision>
  <dcterms:created xsi:type="dcterms:W3CDTF">2026-03-31T06:00:18Z</dcterms:created>
  <dcterms:modified xsi:type="dcterms:W3CDTF">2026-04-07T02:18:26Z</dcterms:modified>
</cp:coreProperties>
</file>